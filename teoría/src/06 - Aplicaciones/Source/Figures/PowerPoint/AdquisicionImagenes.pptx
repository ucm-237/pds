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-11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AAEA9-F057-484F-B00B-980A0566E774}" type="datetimeFigureOut">
              <a:rPr lang="es-ES" smtClean="0"/>
              <a:t>10/5/17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03A01-46DD-E04E-9033-65D5642D4403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7793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156C4F-5A3E-A44C-9C71-8F5AA3C42E08}" type="slidenum">
              <a:rPr lang="es-ES"/>
              <a:pPr/>
              <a:t>1</a:t>
            </a:fld>
            <a:endParaRPr lang="es-ES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http://www.edgetech.com/imagesmarine.html</a:t>
            </a:r>
          </a:p>
          <a:p>
            <a:r>
              <a:rPr lang="en-US"/>
              <a:t>http://www.marinesonic.com/index.html?http%3A//www.marinesonic.com/archives.html</a:t>
            </a:r>
          </a:p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635F-1643-2847-9DCB-EA6AE5E180AF}" type="datetimeFigureOut">
              <a:rPr lang="es-ES" smtClean="0"/>
              <a:t>10/5/17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D3CC-EEDD-914E-8A8B-197C878BC13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688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635F-1643-2847-9DCB-EA6AE5E180AF}" type="datetimeFigureOut">
              <a:rPr lang="es-ES" smtClean="0"/>
              <a:t>10/5/17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D3CC-EEDD-914E-8A8B-197C878BC13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2046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635F-1643-2847-9DCB-EA6AE5E180AF}" type="datetimeFigureOut">
              <a:rPr lang="es-ES" smtClean="0"/>
              <a:t>10/5/17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D3CC-EEDD-914E-8A8B-197C878BC13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13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635F-1643-2847-9DCB-EA6AE5E180AF}" type="datetimeFigureOut">
              <a:rPr lang="es-ES" smtClean="0"/>
              <a:t>10/5/17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D3CC-EEDD-914E-8A8B-197C878BC13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077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635F-1643-2847-9DCB-EA6AE5E180AF}" type="datetimeFigureOut">
              <a:rPr lang="es-ES" smtClean="0"/>
              <a:t>10/5/17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D3CC-EEDD-914E-8A8B-197C878BC13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947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635F-1643-2847-9DCB-EA6AE5E180AF}" type="datetimeFigureOut">
              <a:rPr lang="es-ES" smtClean="0"/>
              <a:t>10/5/17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D3CC-EEDD-914E-8A8B-197C878BC13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9548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635F-1643-2847-9DCB-EA6AE5E180AF}" type="datetimeFigureOut">
              <a:rPr lang="es-ES" smtClean="0"/>
              <a:t>10/5/17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D3CC-EEDD-914E-8A8B-197C878BC13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1473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635F-1643-2847-9DCB-EA6AE5E180AF}" type="datetimeFigureOut">
              <a:rPr lang="es-ES" smtClean="0"/>
              <a:t>10/5/17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D3CC-EEDD-914E-8A8B-197C878BC13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6399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635F-1643-2847-9DCB-EA6AE5E180AF}" type="datetimeFigureOut">
              <a:rPr lang="es-ES" smtClean="0"/>
              <a:t>10/5/17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D3CC-EEDD-914E-8A8B-197C878BC13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340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635F-1643-2847-9DCB-EA6AE5E180AF}" type="datetimeFigureOut">
              <a:rPr lang="es-ES" smtClean="0"/>
              <a:t>10/5/17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D3CC-EEDD-914E-8A8B-197C878BC13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9744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A635F-1643-2847-9DCB-EA6AE5E180AF}" type="datetimeFigureOut">
              <a:rPr lang="es-ES" smtClean="0"/>
              <a:t>10/5/17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DD3CC-EEDD-914E-8A8B-197C878BC13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1764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635F-1643-2847-9DCB-EA6AE5E180AF}" type="datetimeFigureOut">
              <a:rPr lang="es-ES" smtClean="0"/>
              <a:t>10/5/17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DD3CC-EEDD-914E-8A8B-197C878BC13D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239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jpeg"/><Relationship Id="rId6" Type="http://schemas.openxmlformats.org/officeDocument/2006/relationships/image" Target="../media/image4.jpe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0" name="Rectangle 4"/>
          <p:cNvSpPr>
            <a:spLocks noChangeArrowheads="1"/>
          </p:cNvSpPr>
          <p:nvPr/>
        </p:nvSpPr>
        <p:spPr bwMode="auto">
          <a:xfrm>
            <a:off x="3083454" y="2197618"/>
            <a:ext cx="2268131" cy="2146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_tradnl" dirty="0"/>
              <a:t>C</a:t>
            </a:r>
            <a:r>
              <a:rPr lang="es-ES_tradnl" dirty="0" smtClean="0"/>
              <a:t>ámara CCD / </a:t>
            </a:r>
            <a:r>
              <a:rPr lang="es-ES_tradnl" dirty="0" err="1" smtClean="0"/>
              <a:t>escaner</a:t>
            </a:r>
            <a:endParaRPr lang="es-ES_tradnl" dirty="0"/>
          </a:p>
          <a:p>
            <a:pPr algn="just">
              <a:lnSpc>
                <a:spcPct val="150000"/>
              </a:lnSpc>
            </a:pPr>
            <a:r>
              <a:rPr lang="es-ES_tradnl" dirty="0" smtClean="0"/>
              <a:t>Imagen visual</a:t>
            </a:r>
          </a:p>
          <a:p>
            <a:pPr algn="just">
              <a:lnSpc>
                <a:spcPct val="150000"/>
              </a:lnSpc>
            </a:pPr>
            <a:r>
              <a:rPr lang="es-ES_tradnl" dirty="0" smtClean="0"/>
              <a:t>R</a:t>
            </a:r>
            <a:r>
              <a:rPr lang="es-ES_tradnl" dirty="0" smtClean="0"/>
              <a:t>adar</a:t>
            </a:r>
            <a:endParaRPr lang="es-ES_tradnl" dirty="0"/>
          </a:p>
          <a:p>
            <a:pPr algn="just">
              <a:lnSpc>
                <a:spcPct val="150000"/>
              </a:lnSpc>
            </a:pPr>
            <a:r>
              <a:rPr lang="es-ES_tradnl" dirty="0" smtClean="0"/>
              <a:t>Sonar</a:t>
            </a:r>
            <a:endParaRPr lang="es-ES_tradnl" dirty="0"/>
          </a:p>
          <a:p>
            <a:pPr algn="just">
              <a:lnSpc>
                <a:spcPct val="150000"/>
              </a:lnSpc>
            </a:pPr>
            <a:r>
              <a:rPr lang="es-ES_tradnl" dirty="0"/>
              <a:t>L</a:t>
            </a:r>
            <a:r>
              <a:rPr lang="es-ES_tradnl" dirty="0" smtClean="0"/>
              <a:t>áser</a:t>
            </a:r>
            <a:endParaRPr lang="es-ES_tradnl" dirty="0"/>
          </a:p>
        </p:txBody>
      </p:sp>
      <p:pic>
        <p:nvPicPr>
          <p:cNvPr id="132102" name="Picture 6" descr="imag_radar_canal_panam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554" y="2349500"/>
            <a:ext cx="1295400" cy="103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103" name="Picture 7" descr="imag_radar_everes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554" y="3789363"/>
            <a:ext cx="1296987" cy="70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104" name="Picture 8" descr="imag_sonar_hold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22" y="2295744"/>
            <a:ext cx="1511300" cy="106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105" name="Picture 9" descr="imag_sonar_SandRipplesZoomBi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522" y="3807044"/>
            <a:ext cx="1584325" cy="126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106" name="Picture 10" descr="imag_sonar_Spanish_ship_Jun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5157788"/>
            <a:ext cx="2438400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107" name="Rectangle 11"/>
          <p:cNvSpPr>
            <a:spLocks noChangeArrowheads="1"/>
          </p:cNvSpPr>
          <p:nvPr/>
        </p:nvSpPr>
        <p:spPr bwMode="auto">
          <a:xfrm>
            <a:off x="4405313" y="4760913"/>
            <a:ext cx="18415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s-ES" sz="1000"/>
          </a:p>
        </p:txBody>
      </p:sp>
      <p:pic>
        <p:nvPicPr>
          <p:cNvPr id="132108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554" y="5084763"/>
            <a:ext cx="1584325" cy="141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73409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</Words>
  <Application>Microsoft Macintosh PowerPoint</Application>
  <PresentationFormat>Presentación en pantalla (4:3)</PresentationFormat>
  <Paragraphs>8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UCM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 Besada</dc:creator>
  <cp:lastModifiedBy>Eva Besada</cp:lastModifiedBy>
  <cp:revision>4</cp:revision>
  <cp:lastPrinted>2017-05-10T14:56:50Z</cp:lastPrinted>
  <dcterms:created xsi:type="dcterms:W3CDTF">2017-05-10T14:49:41Z</dcterms:created>
  <dcterms:modified xsi:type="dcterms:W3CDTF">2017-05-10T15:02:47Z</dcterms:modified>
</cp:coreProperties>
</file>