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7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13261" y="0"/>
            <a:ext cx="8880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2014-03-25T14:09:54Z</dcterms:created>
  <dcterms:modified xsi:type="dcterms:W3CDTF">2014-03-25T14:10:46Z</dcterms:modified>
</cp:coreProperties>
</file>