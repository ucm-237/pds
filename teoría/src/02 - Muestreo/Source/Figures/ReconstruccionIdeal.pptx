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5" d="100"/>
          <a:sy n="35" d="100"/>
        </p:scale>
        <p:origin x="-1680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591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226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063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884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30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40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82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19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009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963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85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75C82-D280-024B-8900-34E555492673}" type="datetimeFigureOut">
              <a:rPr lang="es-ES" smtClean="0"/>
              <a:t>24/03/14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E8166-9EB2-3545-BBB8-7794CD6DF6A4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25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6858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778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cp:lastPrinted>2014-03-24T20:23:41Z</cp:lastPrinted>
  <dcterms:created xsi:type="dcterms:W3CDTF">2014-03-24T20:22:46Z</dcterms:created>
  <dcterms:modified xsi:type="dcterms:W3CDTF">2014-03-24T20:24:05Z</dcterms:modified>
</cp:coreProperties>
</file>