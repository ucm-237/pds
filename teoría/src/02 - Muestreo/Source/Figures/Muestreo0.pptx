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602038" cy="3602038"/>
  <p:notesSz cx="6858000" cy="9144000"/>
  <p:defaultTextStyle>
    <a:defPPr>
      <a:defRPr lang="es-ES"/>
    </a:defPPr>
    <a:lvl1pPr marL="0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09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017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526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034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543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051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560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068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5" d="100"/>
          <a:sy n="165" d="100"/>
        </p:scale>
        <p:origin x="-1808" y="-104"/>
      </p:cViewPr>
      <p:guideLst>
        <p:guide orient="horz" pos="1135"/>
        <p:guide pos="11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0153" y="1118968"/>
            <a:ext cx="3061733" cy="772103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0306" y="2041155"/>
            <a:ext cx="2521427" cy="9205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5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2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99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138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768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4536" y="2314643"/>
            <a:ext cx="3061733" cy="715405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84536" y="1526698"/>
            <a:ext cx="3061733" cy="787945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5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017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526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034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2543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051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59956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068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203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80102" y="840477"/>
            <a:ext cx="1590900" cy="2377179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831036" y="840477"/>
            <a:ext cx="1590900" cy="2377179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02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80103" y="806290"/>
            <a:ext cx="1591526" cy="33602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509" indent="0">
              <a:buNone/>
              <a:defRPr sz="1000" b="1"/>
            </a:lvl2pPr>
            <a:lvl3pPr marL="457017" indent="0">
              <a:buNone/>
              <a:defRPr sz="900" b="1"/>
            </a:lvl3pPr>
            <a:lvl4pPr marL="685526" indent="0">
              <a:buNone/>
              <a:defRPr sz="800" b="1"/>
            </a:lvl4pPr>
            <a:lvl5pPr marL="914034" indent="0">
              <a:buNone/>
              <a:defRPr sz="800" b="1"/>
            </a:lvl5pPr>
            <a:lvl6pPr marL="1142543" indent="0">
              <a:buNone/>
              <a:defRPr sz="800" b="1"/>
            </a:lvl6pPr>
            <a:lvl7pPr marL="1371051" indent="0">
              <a:buNone/>
              <a:defRPr sz="800" b="1"/>
            </a:lvl7pPr>
            <a:lvl8pPr marL="1599560" indent="0">
              <a:buNone/>
              <a:defRPr sz="800" b="1"/>
            </a:lvl8pPr>
            <a:lvl9pPr marL="1828068" indent="0">
              <a:buNone/>
              <a:defRPr sz="8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80103" y="1142313"/>
            <a:ext cx="1591526" cy="2075341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1829786" y="806290"/>
            <a:ext cx="1592151" cy="33602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509" indent="0">
              <a:buNone/>
              <a:defRPr sz="1000" b="1"/>
            </a:lvl2pPr>
            <a:lvl3pPr marL="457017" indent="0">
              <a:buNone/>
              <a:defRPr sz="900" b="1"/>
            </a:lvl3pPr>
            <a:lvl4pPr marL="685526" indent="0">
              <a:buNone/>
              <a:defRPr sz="800" b="1"/>
            </a:lvl4pPr>
            <a:lvl5pPr marL="914034" indent="0">
              <a:buNone/>
              <a:defRPr sz="800" b="1"/>
            </a:lvl5pPr>
            <a:lvl6pPr marL="1142543" indent="0">
              <a:buNone/>
              <a:defRPr sz="800" b="1"/>
            </a:lvl6pPr>
            <a:lvl7pPr marL="1371051" indent="0">
              <a:buNone/>
              <a:defRPr sz="800" b="1"/>
            </a:lvl7pPr>
            <a:lvl8pPr marL="1599560" indent="0">
              <a:buNone/>
              <a:defRPr sz="800" b="1"/>
            </a:lvl8pPr>
            <a:lvl9pPr marL="1828068" indent="0">
              <a:buNone/>
              <a:defRPr sz="8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1829786" y="1142313"/>
            <a:ext cx="1592151" cy="2075341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66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153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55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0103" y="143414"/>
            <a:ext cx="1185045" cy="610346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08297" y="143415"/>
            <a:ext cx="2013640" cy="307424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80103" y="753761"/>
            <a:ext cx="1185045" cy="2463894"/>
          </a:xfrm>
        </p:spPr>
        <p:txBody>
          <a:bodyPr/>
          <a:lstStyle>
            <a:lvl1pPr marL="0" indent="0">
              <a:buNone/>
              <a:defRPr sz="700"/>
            </a:lvl1pPr>
            <a:lvl2pPr marL="228509" indent="0">
              <a:buNone/>
              <a:defRPr sz="600"/>
            </a:lvl2pPr>
            <a:lvl3pPr marL="457017" indent="0">
              <a:buNone/>
              <a:defRPr sz="500"/>
            </a:lvl3pPr>
            <a:lvl4pPr marL="685526" indent="0">
              <a:buNone/>
              <a:defRPr sz="400"/>
            </a:lvl4pPr>
            <a:lvl5pPr marL="914034" indent="0">
              <a:buNone/>
              <a:defRPr sz="400"/>
            </a:lvl5pPr>
            <a:lvl6pPr marL="1142543" indent="0">
              <a:buNone/>
              <a:defRPr sz="400"/>
            </a:lvl6pPr>
            <a:lvl7pPr marL="1371051" indent="0">
              <a:buNone/>
              <a:defRPr sz="400"/>
            </a:lvl7pPr>
            <a:lvl8pPr marL="1599560" indent="0">
              <a:buNone/>
              <a:defRPr sz="400"/>
            </a:lvl8pPr>
            <a:lvl9pPr marL="1828068" indent="0">
              <a:buNone/>
              <a:defRPr sz="4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594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6024" y="2521427"/>
            <a:ext cx="2161223" cy="2976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06024" y="321849"/>
            <a:ext cx="2161223" cy="2161223"/>
          </a:xfrm>
        </p:spPr>
        <p:txBody>
          <a:bodyPr/>
          <a:lstStyle>
            <a:lvl1pPr marL="0" indent="0">
              <a:buNone/>
              <a:defRPr sz="1600"/>
            </a:lvl1pPr>
            <a:lvl2pPr marL="228509" indent="0">
              <a:buNone/>
              <a:defRPr sz="1400"/>
            </a:lvl2pPr>
            <a:lvl3pPr marL="457017" indent="0">
              <a:buNone/>
              <a:defRPr sz="1200"/>
            </a:lvl3pPr>
            <a:lvl4pPr marL="685526" indent="0">
              <a:buNone/>
              <a:defRPr sz="1000"/>
            </a:lvl4pPr>
            <a:lvl5pPr marL="914034" indent="0">
              <a:buNone/>
              <a:defRPr sz="1000"/>
            </a:lvl5pPr>
            <a:lvl6pPr marL="1142543" indent="0">
              <a:buNone/>
              <a:defRPr sz="1000"/>
            </a:lvl6pPr>
            <a:lvl7pPr marL="1371051" indent="0">
              <a:buNone/>
              <a:defRPr sz="1000"/>
            </a:lvl7pPr>
            <a:lvl8pPr marL="1599560" indent="0">
              <a:buNone/>
              <a:defRPr sz="1000"/>
            </a:lvl8pPr>
            <a:lvl9pPr marL="1828068" indent="0">
              <a:buNone/>
              <a:defRPr sz="1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06024" y="2819096"/>
            <a:ext cx="2161223" cy="422739"/>
          </a:xfrm>
        </p:spPr>
        <p:txBody>
          <a:bodyPr/>
          <a:lstStyle>
            <a:lvl1pPr marL="0" indent="0">
              <a:buNone/>
              <a:defRPr sz="700"/>
            </a:lvl1pPr>
            <a:lvl2pPr marL="228509" indent="0">
              <a:buNone/>
              <a:defRPr sz="600"/>
            </a:lvl2pPr>
            <a:lvl3pPr marL="457017" indent="0">
              <a:buNone/>
              <a:defRPr sz="500"/>
            </a:lvl3pPr>
            <a:lvl4pPr marL="685526" indent="0">
              <a:buNone/>
              <a:defRPr sz="400"/>
            </a:lvl4pPr>
            <a:lvl5pPr marL="914034" indent="0">
              <a:buNone/>
              <a:defRPr sz="400"/>
            </a:lvl5pPr>
            <a:lvl6pPr marL="1142543" indent="0">
              <a:buNone/>
              <a:defRPr sz="400"/>
            </a:lvl6pPr>
            <a:lvl7pPr marL="1371051" indent="0">
              <a:buNone/>
              <a:defRPr sz="400"/>
            </a:lvl7pPr>
            <a:lvl8pPr marL="1599560" indent="0">
              <a:buNone/>
              <a:defRPr sz="400"/>
            </a:lvl8pPr>
            <a:lvl9pPr marL="1828068" indent="0">
              <a:buNone/>
              <a:defRPr sz="4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706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2852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611478" y="144250"/>
            <a:ext cx="810458" cy="307340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80102" y="144250"/>
            <a:ext cx="2371342" cy="307340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207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80102" y="144249"/>
            <a:ext cx="3241834" cy="600340"/>
          </a:xfrm>
          <a:prstGeom prst="rect">
            <a:avLst/>
          </a:prstGeom>
        </p:spPr>
        <p:txBody>
          <a:bodyPr vert="horz" lIns="45702" tIns="22851" rIns="45702" bIns="22851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80102" y="840477"/>
            <a:ext cx="3241834" cy="2377179"/>
          </a:xfrm>
          <a:prstGeom prst="rect">
            <a:avLst/>
          </a:prstGeom>
        </p:spPr>
        <p:txBody>
          <a:bodyPr vert="horz" lIns="45702" tIns="22851" rIns="45702" bIns="22851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80102" y="3338557"/>
            <a:ext cx="840475" cy="191775"/>
          </a:xfrm>
          <a:prstGeom prst="rect">
            <a:avLst/>
          </a:prstGeom>
        </p:spPr>
        <p:txBody>
          <a:bodyPr vert="horz" lIns="45702" tIns="22851" rIns="45702" bIns="22851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230697" y="3338557"/>
            <a:ext cx="1140645" cy="191775"/>
          </a:xfrm>
          <a:prstGeom prst="rect">
            <a:avLst/>
          </a:prstGeom>
        </p:spPr>
        <p:txBody>
          <a:bodyPr vert="horz" lIns="45702" tIns="22851" rIns="45702" bIns="22851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2581461" y="3338557"/>
            <a:ext cx="840475" cy="191775"/>
          </a:xfrm>
          <a:prstGeom prst="rect">
            <a:avLst/>
          </a:prstGeom>
        </p:spPr>
        <p:txBody>
          <a:bodyPr vert="horz" lIns="45702" tIns="22851" rIns="45702" bIns="22851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400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285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381" indent="-171381" algn="l" defTabSz="22850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326" indent="-142818" algn="l" defTabSz="22850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271" indent="-114254" algn="l" defTabSz="228509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780" indent="-114254" algn="l" defTabSz="228509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289" indent="-114254" algn="l" defTabSz="228509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797" indent="-114254" algn="l" defTabSz="228509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306" indent="-114254" algn="l" defTabSz="228509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814" indent="-114254" algn="l" defTabSz="228509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323" indent="-114254" algn="l" defTabSz="228509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09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17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526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034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543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051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560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068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18745" y="641926"/>
            <a:ext cx="3602038" cy="217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84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4</cp:revision>
  <cp:lastPrinted>2014-03-19T21:29:04Z</cp:lastPrinted>
  <dcterms:created xsi:type="dcterms:W3CDTF">2014-03-19T20:49:49Z</dcterms:created>
  <dcterms:modified xsi:type="dcterms:W3CDTF">2014-03-19T21:29:14Z</dcterms:modified>
</cp:coreProperties>
</file>