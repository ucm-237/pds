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0" d="100"/>
          <a:sy n="30" d="100"/>
        </p:scale>
        <p:origin x="-122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4" Type="http://schemas.openxmlformats.org/officeDocument/2006/relationships/image" Target="../media/image4.wmf"/><Relationship Id="rId5" Type="http://schemas.openxmlformats.org/officeDocument/2006/relationships/image" Target="../media/image5.wmf"/><Relationship Id="rId6" Type="http://schemas.openxmlformats.org/officeDocument/2006/relationships/image" Target="../media/image6.wmf"/><Relationship Id="rId7" Type="http://schemas.openxmlformats.org/officeDocument/2006/relationships/image" Target="../media/image7.wmf"/><Relationship Id="rId8" Type="http://schemas.openxmlformats.org/officeDocument/2006/relationships/image" Target="../media/image8.emf"/><Relationship Id="rId1" Type="http://schemas.openxmlformats.org/officeDocument/2006/relationships/image" Target="../media/image1.wmf"/><Relationship Id="rId2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6435DC-DE34-E644-B1DD-7FBB9B173A2E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B50281-15A2-E74D-8F29-947354B0FBA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133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B50281-15A2-E74D-8F29-947354B0FBA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9396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F5F-C3EB-C547-A0D1-1CDB92D5F84E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28C4A-C68B-2B40-8687-384E41F0549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36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F5F-C3EB-C547-A0D1-1CDB92D5F84E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28C4A-C68B-2B40-8687-384E41F0549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9710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F5F-C3EB-C547-A0D1-1CDB92D5F84E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28C4A-C68B-2B40-8687-384E41F0549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504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F5F-C3EB-C547-A0D1-1CDB92D5F84E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28C4A-C68B-2B40-8687-384E41F0549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8612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F5F-C3EB-C547-A0D1-1CDB92D5F84E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28C4A-C68B-2B40-8687-384E41F0549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00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F5F-C3EB-C547-A0D1-1CDB92D5F84E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28C4A-C68B-2B40-8687-384E41F0549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782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F5F-C3EB-C547-A0D1-1CDB92D5F84E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28C4A-C68B-2B40-8687-384E41F0549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587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F5F-C3EB-C547-A0D1-1CDB92D5F84E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28C4A-C68B-2B40-8687-384E41F0549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548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F5F-C3EB-C547-A0D1-1CDB92D5F84E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28C4A-C68B-2B40-8687-384E41F0549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0247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F5F-C3EB-C547-A0D1-1CDB92D5F84E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28C4A-C68B-2B40-8687-384E41F0549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3259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F5F-C3EB-C547-A0D1-1CDB92D5F84E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28C4A-C68B-2B40-8687-384E41F0549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1630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CBF5F-C3EB-C547-A0D1-1CDB92D5F84E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28C4A-C68B-2B40-8687-384E41F0549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888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4.wmf"/><Relationship Id="rId12" Type="http://schemas.openxmlformats.org/officeDocument/2006/relationships/oleObject" Target="../embeddings/oleObject5.bin"/><Relationship Id="rId13" Type="http://schemas.openxmlformats.org/officeDocument/2006/relationships/image" Target="../media/image5.wmf"/><Relationship Id="rId14" Type="http://schemas.openxmlformats.org/officeDocument/2006/relationships/oleObject" Target="../embeddings/oleObject6.bin"/><Relationship Id="rId15" Type="http://schemas.openxmlformats.org/officeDocument/2006/relationships/image" Target="../media/image6.wmf"/><Relationship Id="rId16" Type="http://schemas.openxmlformats.org/officeDocument/2006/relationships/oleObject" Target="../embeddings/oleObject7.bin"/><Relationship Id="rId17" Type="http://schemas.openxmlformats.org/officeDocument/2006/relationships/image" Target="../media/image7.wmf"/><Relationship Id="rId18" Type="http://schemas.openxmlformats.org/officeDocument/2006/relationships/oleObject" Target="../embeddings/oleObject8.bin"/><Relationship Id="rId19" Type="http://schemas.openxmlformats.org/officeDocument/2006/relationships/image" Target="../media/image8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wmf"/><Relationship Id="rId6" Type="http://schemas.openxmlformats.org/officeDocument/2006/relationships/oleObject" Target="../embeddings/oleObject2.bin"/><Relationship Id="rId7" Type="http://schemas.openxmlformats.org/officeDocument/2006/relationships/image" Target="../media/image2.wmf"/><Relationship Id="rId8" Type="http://schemas.openxmlformats.org/officeDocument/2006/relationships/oleObject" Target="../embeddings/oleObject3.bin"/><Relationship Id="rId9" Type="http://schemas.openxmlformats.org/officeDocument/2006/relationships/image" Target="../media/image3.wmf"/><Relationship Id="rId10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192412" y="1710723"/>
            <a:ext cx="8586209" cy="4213517"/>
            <a:chOff x="249" y="3067"/>
            <a:chExt cx="2064" cy="994"/>
          </a:xfrm>
        </p:grpSpPr>
        <p:sp>
          <p:nvSpPr>
            <p:cNvPr id="5" name="Line 8"/>
            <p:cNvSpPr>
              <a:spLocks noChangeShapeType="1"/>
            </p:cNvSpPr>
            <p:nvPr/>
          </p:nvSpPr>
          <p:spPr bwMode="auto">
            <a:xfrm>
              <a:off x="567" y="3158"/>
              <a:ext cx="0" cy="7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Line 9"/>
            <p:cNvSpPr>
              <a:spLocks noChangeShapeType="1"/>
            </p:cNvSpPr>
            <p:nvPr/>
          </p:nvSpPr>
          <p:spPr bwMode="auto">
            <a:xfrm>
              <a:off x="249" y="3815"/>
              <a:ext cx="2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>
              <a:off x="567" y="3339"/>
              <a:ext cx="5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8" name="Line 11"/>
            <p:cNvSpPr>
              <a:spLocks noChangeShapeType="1"/>
            </p:cNvSpPr>
            <p:nvPr/>
          </p:nvSpPr>
          <p:spPr bwMode="auto">
            <a:xfrm>
              <a:off x="1111" y="3339"/>
              <a:ext cx="0" cy="22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>
              <a:off x="1111" y="3566"/>
              <a:ext cx="24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>
              <a:off x="1360" y="3566"/>
              <a:ext cx="0" cy="24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graphicFrame>
          <p:nvGraphicFramePr>
            <p:cNvPr id="11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1337773"/>
                </p:ext>
              </p:extLst>
            </p:nvPr>
          </p:nvGraphicFramePr>
          <p:xfrm>
            <a:off x="703" y="3067"/>
            <a:ext cx="210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Equation" r:id="rId4" imgW="164880" imgH="215640" progId="Equation.DSMT4">
                    <p:embed/>
                  </p:oleObj>
                </mc:Choice>
                <mc:Fallback>
                  <p:oleObj name="Equation" r:id="rId4" imgW="1648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3067"/>
                          <a:ext cx="210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3216162"/>
                </p:ext>
              </p:extLst>
            </p:nvPr>
          </p:nvGraphicFramePr>
          <p:xfrm>
            <a:off x="1118" y="3267"/>
            <a:ext cx="243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Equation" r:id="rId6" imgW="190440" imgH="215640" progId="Equation.DSMT4">
                    <p:embed/>
                  </p:oleObj>
                </mc:Choice>
                <mc:Fallback>
                  <p:oleObj name="Equation" r:id="rId6" imgW="1904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8" y="3267"/>
                          <a:ext cx="243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7"/>
            <p:cNvGraphicFramePr>
              <a:graphicFrameLocks noChangeAspect="1"/>
            </p:cNvGraphicFramePr>
            <p:nvPr/>
          </p:nvGraphicFramePr>
          <p:xfrm>
            <a:off x="1466" y="3558"/>
            <a:ext cx="227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Equation" r:id="rId8" imgW="177480" imgH="228600" progId="Equation.DSMT4">
                    <p:embed/>
                  </p:oleObj>
                </mc:Choice>
                <mc:Fallback>
                  <p:oleObj name="Equation" r:id="rId8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6" y="3558"/>
                          <a:ext cx="227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8277198"/>
                </p:ext>
              </p:extLst>
            </p:nvPr>
          </p:nvGraphicFramePr>
          <p:xfrm>
            <a:off x="1011" y="3842"/>
            <a:ext cx="169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" name="Equation" r:id="rId10" imgW="177480" imgH="215640" progId="Equation.DSMT4">
                    <p:embed/>
                  </p:oleObj>
                </mc:Choice>
                <mc:Fallback>
                  <p:oleObj name="Equation" r:id="rId10" imgW="1774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1" y="3842"/>
                          <a:ext cx="169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8279540"/>
                </p:ext>
              </p:extLst>
            </p:nvPr>
          </p:nvGraphicFramePr>
          <p:xfrm>
            <a:off x="1289" y="3820"/>
            <a:ext cx="198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" name="Equation" r:id="rId12" imgW="190440" imgH="215640" progId="Equation.DSMT4">
                    <p:embed/>
                  </p:oleObj>
                </mc:Choice>
                <mc:Fallback>
                  <p:oleObj name="Equation" r:id="rId12" imgW="1904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9" y="3820"/>
                          <a:ext cx="198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0860132"/>
                </p:ext>
              </p:extLst>
            </p:nvPr>
          </p:nvGraphicFramePr>
          <p:xfrm>
            <a:off x="1736" y="3811"/>
            <a:ext cx="487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" name="Equation" r:id="rId14" imgW="444240" imgH="228600" progId="Equation.DSMT4">
                    <p:embed/>
                  </p:oleObj>
                </mc:Choice>
                <mc:Fallback>
                  <p:oleObj name="Equation" r:id="rId14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6" y="3811"/>
                          <a:ext cx="487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0892907"/>
                </p:ext>
              </p:extLst>
            </p:nvPr>
          </p:nvGraphicFramePr>
          <p:xfrm>
            <a:off x="403" y="3840"/>
            <a:ext cx="40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" name="Equation" r:id="rId16" imgW="431640" imgH="228600" progId="Equation.DSMT4">
                    <p:embed/>
                  </p:oleObj>
                </mc:Choice>
                <mc:Fallback>
                  <p:oleObj name="Equation" r:id="rId16" imgW="431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" y="3840"/>
                          <a:ext cx="408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110080"/>
              </p:ext>
            </p:extLst>
          </p:nvPr>
        </p:nvGraphicFramePr>
        <p:xfrm>
          <a:off x="221129" y="268004"/>
          <a:ext cx="3287712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18" imgW="622300" imgH="254000" progId="Equation.DSMT4">
                  <p:embed/>
                </p:oleObj>
              </mc:Choice>
              <mc:Fallback>
                <p:oleObj name="Equation" r:id="rId18" imgW="6223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29" y="268004"/>
                        <a:ext cx="3287712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58467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</Words>
  <Application>Microsoft Macintosh PowerPoint</Application>
  <PresentationFormat>Presentación en pantalla (4:3)</PresentationFormat>
  <Paragraphs>1</Paragraphs>
  <Slides>1</Slides>
  <Notes>1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Tema de Office</vt:lpstr>
      <vt:lpstr>MathType 4.0 Equation</vt:lpstr>
      <vt:lpstr>MathType 6.0 Equation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1</cp:revision>
  <dcterms:created xsi:type="dcterms:W3CDTF">2014-04-27T10:26:38Z</dcterms:created>
  <dcterms:modified xsi:type="dcterms:W3CDTF">2014-04-27T10:35:07Z</dcterms:modified>
</cp:coreProperties>
</file>