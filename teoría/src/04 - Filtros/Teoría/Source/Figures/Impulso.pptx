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3" d="100"/>
          <a:sy n="33" d="100"/>
        </p:scale>
        <p:origin x="-113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846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485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2191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379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6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5549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99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044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631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25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049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54" y="-59394"/>
            <a:ext cx="7478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2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3</cp:revision>
  <dcterms:created xsi:type="dcterms:W3CDTF">2014-03-25T14:09:54Z</dcterms:created>
  <dcterms:modified xsi:type="dcterms:W3CDTF">2014-04-22T10:57:03Z</dcterms:modified>
</cp:coreProperties>
</file>