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-11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00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81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08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279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373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662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6908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87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21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46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703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AC87F-13D5-1842-AA7C-4D7804E81635}" type="datetimeFigureOut">
              <a:rPr lang="es-ES" smtClean="0"/>
              <a:t>27/04/14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D0020-ACF2-8143-9100-D53A2A1CEE8F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406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Venta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9822" y="199449"/>
            <a:ext cx="9783189" cy="661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7273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1</cp:revision>
  <dcterms:created xsi:type="dcterms:W3CDTF">2014-04-27T20:33:45Z</dcterms:created>
  <dcterms:modified xsi:type="dcterms:W3CDTF">2014-04-27T20:34:31Z</dcterms:modified>
</cp:coreProperties>
</file>