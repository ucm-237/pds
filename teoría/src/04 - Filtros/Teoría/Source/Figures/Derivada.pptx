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81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2</cp:revision>
  <dcterms:created xsi:type="dcterms:W3CDTF">2014-03-25T14:09:54Z</dcterms:created>
  <dcterms:modified xsi:type="dcterms:W3CDTF">2014-04-22T10:47:24Z</dcterms:modified>
</cp:coreProperties>
</file>