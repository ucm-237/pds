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-76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656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222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84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471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47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8404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792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13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118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071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776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4D06D-55D8-5A4C-A4E1-52005C3DACF9}" type="datetimeFigureOut">
              <a:rPr lang="es-ES" smtClean="0"/>
              <a:t>11/5/17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8AA6B-8106-244B-BC35-17B3D939ACC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696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33"/>
          <p:cNvSpPr txBox="1">
            <a:spLocks noChangeArrowheads="1"/>
          </p:cNvSpPr>
          <p:nvPr/>
        </p:nvSpPr>
        <p:spPr bwMode="auto">
          <a:xfrm>
            <a:off x="473075" y="1266825"/>
            <a:ext cx="4894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/>
              <a:t>Es el proceso sensorial más complejo de todos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496888" y="3521075"/>
            <a:ext cx="15382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/>
              <a:t>Tareas en</a:t>
            </a:r>
          </a:p>
          <a:p>
            <a:r>
              <a:rPr lang="es-ES" i="1"/>
              <a:t>visión por </a:t>
            </a:r>
          </a:p>
          <a:p>
            <a:r>
              <a:rPr lang="es-ES" i="1"/>
              <a:t>computadora</a:t>
            </a:r>
            <a:endParaRPr lang="es-ES" sz="2400"/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316163" y="1849438"/>
            <a:ext cx="1247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s-ES" sz="1800"/>
              <a:t> Captación</a:t>
            </a:r>
          </a:p>
        </p:txBody>
      </p:sp>
      <p:sp>
        <p:nvSpPr>
          <p:cNvPr id="2055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312988" y="2478088"/>
            <a:ext cx="1958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s-ES" sz="1800" dirty="0"/>
              <a:t> </a:t>
            </a:r>
            <a:r>
              <a:rPr lang="es-ES" sz="1800" dirty="0" err="1">
                <a:solidFill>
                  <a:srgbClr val="3366FF"/>
                </a:solidFill>
              </a:rPr>
              <a:t>Preprocesamiento</a:t>
            </a:r>
            <a:endParaRPr lang="es-ES" sz="1800" dirty="0">
              <a:solidFill>
                <a:srgbClr val="3366FF"/>
              </a:solidFill>
            </a:endParaRP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2300288" y="4137025"/>
            <a:ext cx="1425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s-ES" sz="1800"/>
              <a:t> Descripción</a:t>
            </a:r>
          </a:p>
        </p:txBody>
      </p:sp>
      <p:sp>
        <p:nvSpPr>
          <p:cNvPr id="2057" name="AutoShape 21"/>
          <p:cNvSpPr>
            <a:spLocks/>
          </p:cNvSpPr>
          <p:nvPr/>
        </p:nvSpPr>
        <p:spPr bwMode="auto">
          <a:xfrm>
            <a:off x="1997075" y="1887538"/>
            <a:ext cx="319088" cy="4422775"/>
          </a:xfrm>
          <a:prstGeom prst="leftBrace">
            <a:avLst>
              <a:gd name="adj1" fmla="val 11550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8" name="Text Box 9"/>
          <p:cNvSpPr txBox="1">
            <a:spLocks noChangeArrowheads="1"/>
          </p:cNvSpPr>
          <p:nvPr/>
        </p:nvSpPr>
        <p:spPr bwMode="auto">
          <a:xfrm>
            <a:off x="7146925" y="2100263"/>
            <a:ext cx="13493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600"/>
              <a:t>VISIÓN</a:t>
            </a:r>
          </a:p>
          <a:p>
            <a:r>
              <a:rPr lang="es-ES" sz="1600"/>
              <a:t>BAJO NIVEL</a:t>
            </a:r>
          </a:p>
        </p:txBody>
      </p:sp>
      <p:sp>
        <p:nvSpPr>
          <p:cNvPr id="2059" name="Text Box 26"/>
          <p:cNvSpPr txBox="1">
            <a:spLocks noChangeArrowheads="1"/>
          </p:cNvSpPr>
          <p:nvPr/>
        </p:nvSpPr>
        <p:spPr bwMode="auto">
          <a:xfrm>
            <a:off x="4219575" y="1870075"/>
            <a:ext cx="19939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500"/>
              <a:t>Obtención de la imagen</a:t>
            </a:r>
          </a:p>
        </p:txBody>
      </p:sp>
      <p:sp>
        <p:nvSpPr>
          <p:cNvPr id="2060" name="Text Box 28"/>
          <p:cNvSpPr txBox="1">
            <a:spLocks noChangeArrowheads="1"/>
          </p:cNvSpPr>
          <p:nvPr/>
        </p:nvSpPr>
        <p:spPr bwMode="auto">
          <a:xfrm>
            <a:off x="4219575" y="2430463"/>
            <a:ext cx="2727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500"/>
              <a:t>Incluye técnicas como reducción </a:t>
            </a:r>
          </a:p>
          <a:p>
            <a:r>
              <a:rPr lang="es-ES" sz="1500"/>
              <a:t>de ruido o realce de detalles.</a:t>
            </a:r>
          </a:p>
        </p:txBody>
      </p:sp>
      <p:sp>
        <p:nvSpPr>
          <p:cNvPr id="2061" name="Text Box 29"/>
          <p:cNvSpPr txBox="1">
            <a:spLocks noChangeArrowheads="1"/>
          </p:cNvSpPr>
          <p:nvPr/>
        </p:nvSpPr>
        <p:spPr bwMode="auto">
          <a:xfrm>
            <a:off x="4219575" y="3987800"/>
            <a:ext cx="2425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500"/>
              <a:t>Obtención de características: </a:t>
            </a:r>
          </a:p>
          <a:p>
            <a:r>
              <a:rPr lang="es-ES" sz="1500"/>
              <a:t>tamaño, formas, ... </a:t>
            </a:r>
          </a:p>
        </p:txBody>
      </p:sp>
      <p:sp>
        <p:nvSpPr>
          <p:cNvPr id="2062" name="Text Box 34"/>
          <p:cNvSpPr txBox="1">
            <a:spLocks noChangeArrowheads="1"/>
          </p:cNvSpPr>
          <p:nvPr/>
        </p:nvSpPr>
        <p:spPr bwMode="auto">
          <a:xfrm>
            <a:off x="2328863" y="3316288"/>
            <a:ext cx="1616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s-ES" sz="1800"/>
              <a:t> Segmentación</a:t>
            </a:r>
          </a:p>
        </p:txBody>
      </p:sp>
      <p:sp>
        <p:nvSpPr>
          <p:cNvPr id="2063" name="Text Box 35"/>
          <p:cNvSpPr txBox="1">
            <a:spLocks noChangeArrowheads="1"/>
          </p:cNvSpPr>
          <p:nvPr/>
        </p:nvSpPr>
        <p:spPr bwMode="auto">
          <a:xfrm>
            <a:off x="4219575" y="3238500"/>
            <a:ext cx="248443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500"/>
              <a:t>Localización de los objetos de</a:t>
            </a:r>
          </a:p>
          <a:p>
            <a:r>
              <a:rPr lang="es-ES" sz="1500"/>
              <a:t>interés.</a:t>
            </a:r>
          </a:p>
        </p:txBody>
      </p:sp>
      <p:sp>
        <p:nvSpPr>
          <p:cNvPr id="2064" name="Text Box 36"/>
          <p:cNvSpPr txBox="1">
            <a:spLocks noChangeArrowheads="1"/>
          </p:cNvSpPr>
          <p:nvPr/>
        </p:nvSpPr>
        <p:spPr bwMode="auto">
          <a:xfrm>
            <a:off x="2266950" y="4960938"/>
            <a:ext cx="1819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s-ES" sz="1800"/>
              <a:t> Reconocimiento</a:t>
            </a:r>
          </a:p>
        </p:txBody>
      </p:sp>
      <p:sp>
        <p:nvSpPr>
          <p:cNvPr id="2065" name="Text Box 37"/>
          <p:cNvSpPr txBox="1">
            <a:spLocks noChangeArrowheads="1"/>
          </p:cNvSpPr>
          <p:nvPr/>
        </p:nvSpPr>
        <p:spPr bwMode="auto">
          <a:xfrm>
            <a:off x="4219575" y="4868863"/>
            <a:ext cx="24320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500"/>
              <a:t>Identificación de los objetos: </a:t>
            </a:r>
          </a:p>
          <a:p>
            <a:r>
              <a:rPr lang="es-ES" sz="1500"/>
              <a:t>tornillo, puertas, ....</a:t>
            </a:r>
          </a:p>
        </p:txBody>
      </p:sp>
      <p:sp>
        <p:nvSpPr>
          <p:cNvPr id="2066" name="Text Box 38"/>
          <p:cNvSpPr txBox="1">
            <a:spLocks noChangeArrowheads="1"/>
          </p:cNvSpPr>
          <p:nvPr/>
        </p:nvSpPr>
        <p:spPr bwMode="auto">
          <a:xfrm>
            <a:off x="2282825" y="5791200"/>
            <a:ext cx="1603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s-ES" sz="1800"/>
              <a:t> Interpretación</a:t>
            </a:r>
          </a:p>
        </p:txBody>
      </p:sp>
      <p:sp>
        <p:nvSpPr>
          <p:cNvPr id="2067" name="Text Box 39"/>
          <p:cNvSpPr txBox="1">
            <a:spLocks noChangeArrowheads="1"/>
          </p:cNvSpPr>
          <p:nvPr/>
        </p:nvSpPr>
        <p:spPr bwMode="auto">
          <a:xfrm>
            <a:off x="4219575" y="5759450"/>
            <a:ext cx="2513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500"/>
              <a:t>Significado de un conjunto de </a:t>
            </a:r>
          </a:p>
          <a:p>
            <a:r>
              <a:rPr lang="es-ES" sz="1500"/>
              <a:t>objetos.</a:t>
            </a:r>
          </a:p>
        </p:txBody>
      </p:sp>
      <p:sp>
        <p:nvSpPr>
          <p:cNvPr id="2068" name="AutoShape 40"/>
          <p:cNvSpPr>
            <a:spLocks/>
          </p:cNvSpPr>
          <p:nvPr/>
        </p:nvSpPr>
        <p:spPr bwMode="auto">
          <a:xfrm>
            <a:off x="6827838" y="1860550"/>
            <a:ext cx="74612" cy="1187450"/>
          </a:xfrm>
          <a:prstGeom prst="rightBracket">
            <a:avLst>
              <a:gd name="adj" fmla="val 132625"/>
            </a:avLst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9" name="AutoShape 41"/>
          <p:cNvSpPr>
            <a:spLocks/>
          </p:cNvSpPr>
          <p:nvPr/>
        </p:nvSpPr>
        <p:spPr bwMode="auto">
          <a:xfrm>
            <a:off x="6843713" y="3324225"/>
            <a:ext cx="74612" cy="1233488"/>
          </a:xfrm>
          <a:prstGeom prst="rightBracket">
            <a:avLst>
              <a:gd name="adj" fmla="val 137767"/>
            </a:avLst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0" name="AutoShape 42"/>
          <p:cNvSpPr>
            <a:spLocks/>
          </p:cNvSpPr>
          <p:nvPr/>
        </p:nvSpPr>
        <p:spPr bwMode="auto">
          <a:xfrm>
            <a:off x="6843713" y="4754563"/>
            <a:ext cx="103187" cy="1417637"/>
          </a:xfrm>
          <a:prstGeom prst="rightBracket">
            <a:avLst>
              <a:gd name="adj" fmla="val 114488"/>
            </a:avLst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1" name="Text Box 43"/>
          <p:cNvSpPr txBox="1">
            <a:spLocks noChangeArrowheads="1"/>
          </p:cNvSpPr>
          <p:nvPr/>
        </p:nvSpPr>
        <p:spPr bwMode="auto">
          <a:xfrm>
            <a:off x="7207250" y="5040313"/>
            <a:ext cx="13827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600"/>
              <a:t>VISIÓN</a:t>
            </a:r>
          </a:p>
          <a:p>
            <a:r>
              <a:rPr lang="es-ES" sz="1600"/>
              <a:t>ALTO NIVEL</a:t>
            </a:r>
          </a:p>
        </p:txBody>
      </p:sp>
      <p:sp>
        <p:nvSpPr>
          <p:cNvPr id="2072" name="Text Box 44"/>
          <p:cNvSpPr txBox="1">
            <a:spLocks noChangeArrowheads="1"/>
          </p:cNvSpPr>
          <p:nvPr/>
        </p:nvSpPr>
        <p:spPr bwMode="auto">
          <a:xfrm>
            <a:off x="7178675" y="3640138"/>
            <a:ext cx="1508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600"/>
              <a:t>VISIÓN</a:t>
            </a:r>
          </a:p>
          <a:p>
            <a:r>
              <a:rPr lang="es-ES" sz="1600"/>
              <a:t>NIVEL MEDIO</a:t>
            </a:r>
          </a:p>
        </p:txBody>
      </p:sp>
      <p:sp>
        <p:nvSpPr>
          <p:cNvPr id="2073" name="Text Box 45"/>
          <p:cNvSpPr txBox="1">
            <a:spLocks noChangeArrowheads="1"/>
          </p:cNvSpPr>
          <p:nvPr/>
        </p:nvSpPr>
        <p:spPr bwMode="auto">
          <a:xfrm>
            <a:off x="6962775" y="2603500"/>
            <a:ext cx="182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600"/>
              <a:t>(tareas automáticas)</a:t>
            </a:r>
          </a:p>
        </p:txBody>
      </p:sp>
      <p:sp>
        <p:nvSpPr>
          <p:cNvPr id="2074" name="Text Box 46"/>
          <p:cNvSpPr txBox="1">
            <a:spLocks noChangeArrowheads="1"/>
          </p:cNvSpPr>
          <p:nvPr/>
        </p:nvSpPr>
        <p:spPr bwMode="auto">
          <a:xfrm>
            <a:off x="6962775" y="5530850"/>
            <a:ext cx="1890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600"/>
              <a:t>(emular inteligencia)</a:t>
            </a:r>
          </a:p>
        </p:txBody>
      </p:sp>
      <p:sp>
        <p:nvSpPr>
          <p:cNvPr id="2075" name="Text Box 47"/>
          <p:cNvSpPr txBox="1">
            <a:spLocks noChangeArrowheads="1"/>
          </p:cNvSpPr>
          <p:nvPr/>
        </p:nvSpPr>
        <p:spPr bwMode="auto">
          <a:xfrm>
            <a:off x="7008813" y="4111625"/>
            <a:ext cx="1674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600"/>
              <a:t>(etiquetar objetos)</a:t>
            </a:r>
          </a:p>
        </p:txBody>
      </p:sp>
    </p:spTree>
    <p:extLst>
      <p:ext uri="{BB962C8B-B14F-4D97-AF65-F5344CB8AC3E}">
        <p14:creationId xmlns:p14="http://schemas.microsoft.com/office/powerpoint/2010/main" val="2655819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Macintosh PowerPoint</Application>
  <PresentationFormat>Presentación en pantalla (4:3)</PresentationFormat>
  <Paragraphs>30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UCM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 Besada</dc:creator>
  <cp:lastModifiedBy>Eva Besada</cp:lastModifiedBy>
  <cp:revision>1</cp:revision>
  <dcterms:created xsi:type="dcterms:W3CDTF">2017-05-11T06:07:18Z</dcterms:created>
  <dcterms:modified xsi:type="dcterms:W3CDTF">2017-05-11T06:08:03Z</dcterms:modified>
</cp:coreProperties>
</file>