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3"/>
  </p:handoutMasterIdLst>
  <p:sldIdLst>
    <p:sldId id="256" r:id="rId2"/>
  </p:sldIdLst>
  <p:sldSz cx="6858000" cy="9906000" type="A4"/>
  <p:notesSz cx="6858000" cy="9144000"/>
  <p:defaultTextStyle>
    <a:defPPr>
      <a:defRPr lang="es-ES"/>
    </a:defPPr>
    <a:lvl1pPr marL="0" algn="l" defTabSz="5075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7564" algn="l" defTabSz="5075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5126" algn="l" defTabSz="5075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2690" algn="l" defTabSz="5075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0252" algn="l" defTabSz="5075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37817" algn="l" defTabSz="5075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45378" algn="l" defTabSz="5075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52943" algn="l" defTabSz="5075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0505" algn="l" defTabSz="5075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-2384" y="-104"/>
      </p:cViewPr>
      <p:guideLst>
        <p:guide orient="horz" pos="3121"/>
        <p:guide pos="21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D9D97-1DDD-E04C-A2DD-8782DA7399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71845-5BDF-4441-A326-7FB95A65B982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654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3" y="3077286"/>
            <a:ext cx="5829301" cy="2123368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3" y="5613403"/>
            <a:ext cx="4800601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2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0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7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5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2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0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1380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768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7" y="6365524"/>
            <a:ext cx="5829301" cy="1967443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1737" y="4198589"/>
            <a:ext cx="5829301" cy="2166935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75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512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26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02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378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45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52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605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203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342900" y="2311406"/>
            <a:ext cx="3028950" cy="6537504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86150" y="2311406"/>
            <a:ext cx="3028950" cy="6537504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102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2" y="2217387"/>
            <a:ext cx="3030142" cy="9241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564" indent="0">
              <a:buNone/>
              <a:defRPr sz="2200" b="1"/>
            </a:lvl2pPr>
            <a:lvl3pPr marL="1015126" indent="0">
              <a:buNone/>
              <a:defRPr sz="2000" b="1"/>
            </a:lvl3pPr>
            <a:lvl4pPr marL="1522690" indent="0">
              <a:buNone/>
              <a:defRPr sz="1800" b="1"/>
            </a:lvl4pPr>
            <a:lvl5pPr marL="2030252" indent="0">
              <a:buNone/>
              <a:defRPr sz="1800" b="1"/>
            </a:lvl5pPr>
            <a:lvl6pPr marL="2537817" indent="0">
              <a:buNone/>
              <a:defRPr sz="1800" b="1"/>
            </a:lvl6pPr>
            <a:lvl7pPr marL="3045378" indent="0">
              <a:buNone/>
              <a:defRPr sz="1800" b="1"/>
            </a:lvl7pPr>
            <a:lvl8pPr marL="3552943" indent="0">
              <a:buNone/>
              <a:defRPr sz="1800" b="1"/>
            </a:lvl8pPr>
            <a:lvl9pPr marL="4060505" indent="0">
              <a:buNone/>
              <a:defRPr sz="18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2902" y="3141486"/>
            <a:ext cx="3030142" cy="5707416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483772" y="2217387"/>
            <a:ext cx="3031332" cy="9241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564" indent="0">
              <a:buNone/>
              <a:defRPr sz="2200" b="1"/>
            </a:lvl2pPr>
            <a:lvl3pPr marL="1015126" indent="0">
              <a:buNone/>
              <a:defRPr sz="2000" b="1"/>
            </a:lvl3pPr>
            <a:lvl4pPr marL="1522690" indent="0">
              <a:buNone/>
              <a:defRPr sz="1800" b="1"/>
            </a:lvl4pPr>
            <a:lvl5pPr marL="2030252" indent="0">
              <a:buNone/>
              <a:defRPr sz="1800" b="1"/>
            </a:lvl5pPr>
            <a:lvl6pPr marL="2537817" indent="0">
              <a:buNone/>
              <a:defRPr sz="1800" b="1"/>
            </a:lvl6pPr>
            <a:lvl7pPr marL="3045378" indent="0">
              <a:buNone/>
              <a:defRPr sz="1800" b="1"/>
            </a:lvl7pPr>
            <a:lvl8pPr marL="3552943" indent="0">
              <a:buNone/>
              <a:defRPr sz="1800" b="1"/>
            </a:lvl8pPr>
            <a:lvl9pPr marL="4060505" indent="0">
              <a:buNone/>
              <a:defRPr sz="18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3483772" y="3141486"/>
            <a:ext cx="3031332" cy="5707416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66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153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55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5" y="394404"/>
            <a:ext cx="2256233" cy="1678520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81289" y="394407"/>
            <a:ext cx="3833814" cy="845449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42905" y="2072927"/>
            <a:ext cx="2256233" cy="6775980"/>
          </a:xfrm>
        </p:spPr>
        <p:txBody>
          <a:bodyPr/>
          <a:lstStyle>
            <a:lvl1pPr marL="0" indent="0">
              <a:buNone/>
              <a:defRPr sz="1600"/>
            </a:lvl1pPr>
            <a:lvl2pPr marL="507564" indent="0">
              <a:buNone/>
              <a:defRPr sz="1300"/>
            </a:lvl2pPr>
            <a:lvl3pPr marL="1015126" indent="0">
              <a:buNone/>
              <a:defRPr sz="1100"/>
            </a:lvl3pPr>
            <a:lvl4pPr marL="1522690" indent="0">
              <a:buNone/>
              <a:defRPr sz="900"/>
            </a:lvl4pPr>
            <a:lvl5pPr marL="2030252" indent="0">
              <a:buNone/>
              <a:defRPr sz="900"/>
            </a:lvl5pPr>
            <a:lvl6pPr marL="2537817" indent="0">
              <a:buNone/>
              <a:defRPr sz="900"/>
            </a:lvl6pPr>
            <a:lvl7pPr marL="3045378" indent="0">
              <a:buNone/>
              <a:defRPr sz="900"/>
            </a:lvl7pPr>
            <a:lvl8pPr marL="3552943" indent="0">
              <a:buNone/>
              <a:defRPr sz="900"/>
            </a:lvl8pPr>
            <a:lvl9pPr marL="4060505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594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934205"/>
            <a:ext cx="4114800" cy="818622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344216" y="885124"/>
            <a:ext cx="4114800" cy="5943601"/>
          </a:xfrm>
        </p:spPr>
        <p:txBody>
          <a:bodyPr/>
          <a:lstStyle>
            <a:lvl1pPr marL="0" indent="0">
              <a:buNone/>
              <a:defRPr sz="3600"/>
            </a:lvl1pPr>
            <a:lvl2pPr marL="507564" indent="0">
              <a:buNone/>
              <a:defRPr sz="3100"/>
            </a:lvl2pPr>
            <a:lvl3pPr marL="1015126" indent="0">
              <a:buNone/>
              <a:defRPr sz="2700"/>
            </a:lvl3pPr>
            <a:lvl4pPr marL="1522690" indent="0">
              <a:buNone/>
              <a:defRPr sz="2200"/>
            </a:lvl4pPr>
            <a:lvl5pPr marL="2030252" indent="0">
              <a:buNone/>
              <a:defRPr sz="2200"/>
            </a:lvl5pPr>
            <a:lvl6pPr marL="2537817" indent="0">
              <a:buNone/>
              <a:defRPr sz="2200"/>
            </a:lvl6pPr>
            <a:lvl7pPr marL="3045378" indent="0">
              <a:buNone/>
              <a:defRPr sz="2200"/>
            </a:lvl7pPr>
            <a:lvl8pPr marL="3552943" indent="0">
              <a:buNone/>
              <a:defRPr sz="2200"/>
            </a:lvl8pPr>
            <a:lvl9pPr marL="4060505" indent="0">
              <a:buNone/>
              <a:defRPr sz="22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344216" y="7752826"/>
            <a:ext cx="4114800" cy="1162580"/>
          </a:xfrm>
        </p:spPr>
        <p:txBody>
          <a:bodyPr/>
          <a:lstStyle>
            <a:lvl1pPr marL="0" indent="0">
              <a:buNone/>
              <a:defRPr sz="1600"/>
            </a:lvl1pPr>
            <a:lvl2pPr marL="507564" indent="0">
              <a:buNone/>
              <a:defRPr sz="1300"/>
            </a:lvl2pPr>
            <a:lvl3pPr marL="1015126" indent="0">
              <a:buNone/>
              <a:defRPr sz="1100"/>
            </a:lvl3pPr>
            <a:lvl4pPr marL="1522690" indent="0">
              <a:buNone/>
              <a:defRPr sz="900"/>
            </a:lvl4pPr>
            <a:lvl5pPr marL="2030252" indent="0">
              <a:buNone/>
              <a:defRPr sz="900"/>
            </a:lvl5pPr>
            <a:lvl6pPr marL="2537817" indent="0">
              <a:buNone/>
              <a:defRPr sz="900"/>
            </a:lvl6pPr>
            <a:lvl7pPr marL="3045378" indent="0">
              <a:buNone/>
              <a:defRPr sz="900"/>
            </a:lvl7pPr>
            <a:lvl8pPr marL="3552943" indent="0">
              <a:buNone/>
              <a:defRPr sz="900"/>
            </a:lvl8pPr>
            <a:lvl9pPr marL="4060505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706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2852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3" y="396705"/>
            <a:ext cx="1543049" cy="8452201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342902" y="396705"/>
            <a:ext cx="4514851" cy="8452201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207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342900" y="396702"/>
            <a:ext cx="6172200" cy="1651001"/>
          </a:xfrm>
          <a:prstGeom prst="rect">
            <a:avLst/>
          </a:prstGeom>
        </p:spPr>
        <p:txBody>
          <a:bodyPr vert="horz" lIns="101513" tIns="50757" rIns="101513" bIns="50757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311406"/>
            <a:ext cx="6172200" cy="6537504"/>
          </a:xfrm>
          <a:prstGeom prst="rect">
            <a:avLst/>
          </a:prstGeom>
        </p:spPr>
        <p:txBody>
          <a:bodyPr vert="horz" lIns="101513" tIns="50757" rIns="101513" bIns="50757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342903" y="9181402"/>
            <a:ext cx="1600199" cy="527402"/>
          </a:xfrm>
          <a:prstGeom prst="rect">
            <a:avLst/>
          </a:prstGeom>
        </p:spPr>
        <p:txBody>
          <a:bodyPr vert="horz" lIns="101513" tIns="50757" rIns="101513" bIns="50757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E6271-B7A9-5A41-BC5D-065FFC55235D}" type="datetimeFigureOut">
              <a:rPr lang="es-ES" smtClean="0"/>
              <a:t>19/03/14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343154" y="9181402"/>
            <a:ext cx="2171699" cy="527402"/>
          </a:xfrm>
          <a:prstGeom prst="rect">
            <a:avLst/>
          </a:prstGeom>
        </p:spPr>
        <p:txBody>
          <a:bodyPr vert="horz" lIns="101513" tIns="50757" rIns="101513" bIns="50757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4914904" y="9181402"/>
            <a:ext cx="1600199" cy="527402"/>
          </a:xfrm>
          <a:prstGeom prst="rect">
            <a:avLst/>
          </a:prstGeom>
        </p:spPr>
        <p:txBody>
          <a:bodyPr vert="horz" lIns="101513" tIns="50757" rIns="101513" bIns="50757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C8A4B-89D6-4B44-99CD-0E31D6F51BD1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400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07564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671" indent="-380671" algn="l" defTabSz="507564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4789" indent="-317227" algn="l" defTabSz="507564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8907" indent="-253781" algn="l" defTabSz="507564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6471" indent="-253781" algn="l" defTabSz="507564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4036" indent="-253781" algn="l" defTabSz="507564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91597" indent="-253781" algn="l" defTabSz="507564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9162" indent="-253781" algn="l" defTabSz="507564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724" indent="-253781" algn="l" defTabSz="507564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14288" indent="-253781" algn="l" defTabSz="507564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075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4" algn="l" defTabSz="5075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126" algn="l" defTabSz="5075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2690" algn="l" defTabSz="5075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0252" algn="l" defTabSz="5075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7817" algn="l" defTabSz="5075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5378" algn="l" defTabSz="5075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2943" algn="l" defTabSz="5075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0505" algn="l" defTabSz="5075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40000">
            <a:off x="1426310" y="1160584"/>
            <a:ext cx="3474391" cy="210233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19538" y="3790463"/>
            <a:ext cx="6858000" cy="430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84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Macintosh PowerPoint</Application>
  <PresentationFormat>A4 (210x297 mm)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</dc:creator>
  <cp:lastModifiedBy>Eva</cp:lastModifiedBy>
  <cp:revision>5</cp:revision>
  <cp:lastPrinted>2014-03-19T21:58:22Z</cp:lastPrinted>
  <dcterms:created xsi:type="dcterms:W3CDTF">2014-03-19T20:49:49Z</dcterms:created>
  <dcterms:modified xsi:type="dcterms:W3CDTF">2014-03-19T21:59:10Z</dcterms:modified>
</cp:coreProperties>
</file>