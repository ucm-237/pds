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624" y="-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4846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485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2191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379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60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5549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99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0445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6313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25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049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371D1-2ECC-3642-87DF-96D8DE339EBB}" type="datetimeFigureOut">
              <a:rPr lang="es-ES" smtClean="0"/>
              <a:t>25/03/14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44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0" y="25400"/>
            <a:ext cx="6858000" cy="690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29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2</cp:revision>
  <cp:lastPrinted>2014-03-25T14:11:04Z</cp:lastPrinted>
  <dcterms:created xsi:type="dcterms:W3CDTF">2014-03-25T14:09:54Z</dcterms:created>
  <dcterms:modified xsi:type="dcterms:W3CDTF">2014-03-25T14:12:24Z</dcterms:modified>
</cp:coreProperties>
</file>