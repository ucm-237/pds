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7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-94790"/>
            <a:ext cx="8379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4</cp:revision>
  <cp:lastPrinted>2014-03-25T14:13:48Z</cp:lastPrinted>
  <dcterms:created xsi:type="dcterms:W3CDTF">2014-03-25T14:09:54Z</dcterms:created>
  <dcterms:modified xsi:type="dcterms:W3CDTF">2014-03-25T14:17:57Z</dcterms:modified>
</cp:coreProperties>
</file>