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77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84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485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219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7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6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5549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99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044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631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25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049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0" y="304800"/>
            <a:ext cx="9144000" cy="624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3</cp:revision>
  <cp:lastPrinted>2014-03-25T14:13:48Z</cp:lastPrinted>
  <dcterms:created xsi:type="dcterms:W3CDTF">2014-03-25T14:09:54Z</dcterms:created>
  <dcterms:modified xsi:type="dcterms:W3CDTF">2014-03-25T14:13:55Z</dcterms:modified>
</cp:coreProperties>
</file>