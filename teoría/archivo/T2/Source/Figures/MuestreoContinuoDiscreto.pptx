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624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6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97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69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705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79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2567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146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676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46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36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88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DEF1E-0FE3-414D-B7DE-B7F068990F7D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6C433-19F7-CE42-AB7A-BE775EDA149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12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50800"/>
            <a:ext cx="6413500" cy="899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759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dcterms:created xsi:type="dcterms:W3CDTF">2014-03-25T13:36:10Z</dcterms:created>
  <dcterms:modified xsi:type="dcterms:W3CDTF">2014-03-25T13:37:04Z</dcterms:modified>
</cp:coreProperties>
</file>