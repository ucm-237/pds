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1" d="100"/>
          <a:sy n="31" d="100"/>
        </p:scale>
        <p:origin x="-120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68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95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076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184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13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38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05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09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27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58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94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0AD50-13BB-6E40-A3CD-017ACC987C1C}" type="datetimeFigureOut">
              <a:rPr lang="es-ES" smtClean="0"/>
              <a:t>07/05/14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65AE-E665-304A-A12F-9C96BF59F2C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630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5.bin"/><Relationship Id="rId12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6.emf"/><Relationship Id="rId15" Type="http://schemas.openxmlformats.org/officeDocument/2006/relationships/oleObject" Target="../embeddings/oleObject7.bin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124146" y="1676318"/>
            <a:ext cx="8755350" cy="3527362"/>
            <a:chOff x="1467" y="1049"/>
            <a:chExt cx="2500" cy="652"/>
          </a:xfrm>
        </p:grpSpPr>
        <p:graphicFrame>
          <p:nvGraphicFramePr>
            <p:cNvPr id="18" name="Object 20"/>
            <p:cNvGraphicFramePr>
              <a:graphicFrameLocks noChangeAspect="1"/>
            </p:cNvGraphicFramePr>
            <p:nvPr/>
          </p:nvGraphicFramePr>
          <p:xfrm>
            <a:off x="1803" y="1480"/>
            <a:ext cx="191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Equation" r:id="rId3" imgW="1752480" imgH="203040" progId="Equation.DSMT4">
                    <p:embed/>
                  </p:oleObj>
                </mc:Choice>
                <mc:Fallback>
                  <p:oleObj name="Equation" r:id="rId3" imgW="1752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1480"/>
                          <a:ext cx="1916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22"/>
            <p:cNvGrpSpPr>
              <a:grpSpLocks/>
            </p:cNvGrpSpPr>
            <p:nvPr/>
          </p:nvGrpSpPr>
          <p:grpSpPr bwMode="auto">
            <a:xfrm>
              <a:off x="1467" y="1049"/>
              <a:ext cx="2500" cy="402"/>
              <a:chOff x="1467" y="981"/>
              <a:chExt cx="2500" cy="402"/>
            </a:xfrm>
          </p:grpSpPr>
          <p:graphicFrame>
            <p:nvGraphicFramePr>
              <p:cNvPr id="20" name="Object 6"/>
              <p:cNvGraphicFramePr>
                <a:graphicFrameLocks noChangeAspect="1"/>
              </p:cNvGraphicFramePr>
              <p:nvPr/>
            </p:nvGraphicFramePr>
            <p:xfrm>
              <a:off x="2819" y="1003"/>
              <a:ext cx="333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8" name="Equation" r:id="rId5" imgW="304560" imgH="203040" progId="Equation.DSMT4">
                      <p:embed/>
                    </p:oleObj>
                  </mc:Choice>
                  <mc:Fallback>
                    <p:oleObj name="Equation" r:id="rId5" imgW="30456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9" y="1003"/>
                            <a:ext cx="333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3152" y="1110"/>
                <a:ext cx="408" cy="27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endParaRPr lang="es-ES" dirty="0"/>
              </a:p>
            </p:txBody>
          </p:sp>
          <p:sp>
            <p:nvSpPr>
              <p:cNvPr id="22" name="Text Box 12"/>
              <p:cNvSpPr txBox="1">
                <a:spLocks noChangeArrowheads="1"/>
              </p:cNvSpPr>
              <p:nvPr/>
            </p:nvSpPr>
            <p:spPr bwMode="auto">
              <a:xfrm>
                <a:off x="1882" y="1110"/>
                <a:ext cx="408" cy="27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endParaRPr lang="es-ES" dirty="0" smtClean="0"/>
              </a:p>
              <a:p>
                <a:endParaRPr lang="es-ES" dirty="0"/>
              </a:p>
              <a:p>
                <a:endParaRPr lang="es-ES" dirty="0" smtClean="0"/>
              </a:p>
              <a:p>
                <a:endParaRPr lang="es-ES" dirty="0"/>
              </a:p>
              <a:p>
                <a:endParaRPr lang="es-ES" dirty="0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>
                <a:off x="1610" y="12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2290" y="12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>
                <a:off x="2880" y="12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graphicFrame>
            <p:nvGraphicFramePr>
              <p:cNvPr id="26" name="Object 16"/>
              <p:cNvGraphicFramePr>
                <a:graphicFrameLocks noChangeAspect="1"/>
              </p:cNvGraphicFramePr>
              <p:nvPr/>
            </p:nvGraphicFramePr>
            <p:xfrm>
              <a:off x="1467" y="981"/>
              <a:ext cx="347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9" name="Equation" r:id="rId7" imgW="317160" imgH="203040" progId="Equation.DSMT4">
                      <p:embed/>
                    </p:oleObj>
                  </mc:Choice>
                  <mc:Fallback>
                    <p:oleObj name="Equation" r:id="rId7" imgW="31716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7" y="981"/>
                            <a:ext cx="347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17"/>
              <p:cNvGraphicFramePr>
                <a:graphicFrameLocks noChangeAspect="1"/>
              </p:cNvGraphicFramePr>
              <p:nvPr/>
            </p:nvGraphicFramePr>
            <p:xfrm>
              <a:off x="2336" y="981"/>
              <a:ext cx="347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0" name="Equation" r:id="rId9" imgW="317160" imgH="203040" progId="Equation.DSMT4">
                      <p:embed/>
                    </p:oleObj>
                  </mc:Choice>
                  <mc:Fallback>
                    <p:oleObj name="Equation" r:id="rId9" imgW="31716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6" y="981"/>
                            <a:ext cx="347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18"/>
              <p:cNvGraphicFramePr>
                <a:graphicFrameLocks noChangeAspect="1"/>
              </p:cNvGraphicFramePr>
              <p:nvPr/>
            </p:nvGraphicFramePr>
            <p:xfrm>
              <a:off x="3606" y="1009"/>
              <a:ext cx="361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1" name="Equation" r:id="rId11" imgW="330120" imgH="203040" progId="Equation.DSMT4">
                      <p:embed/>
                    </p:oleObj>
                  </mc:Choice>
                  <mc:Fallback>
                    <p:oleObj name="Equation" r:id="rId11" imgW="3301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1009"/>
                            <a:ext cx="361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Line 21"/>
              <p:cNvSpPr>
                <a:spLocks noChangeShapeType="1"/>
              </p:cNvSpPr>
              <p:nvPr/>
            </p:nvSpPr>
            <p:spPr bwMode="auto">
              <a:xfrm>
                <a:off x="3560" y="12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graphicFrame>
        <p:nvGraphicFramePr>
          <p:cNvPr id="3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907396"/>
              </p:ext>
            </p:extLst>
          </p:nvPr>
        </p:nvGraphicFramePr>
        <p:xfrm>
          <a:off x="1651000" y="2497138"/>
          <a:ext cx="131445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13" imgW="342900" imgH="203200" progId="Equation.DSMT4">
                  <p:embed/>
                </p:oleObj>
              </mc:Choice>
              <mc:Fallback>
                <p:oleObj name="Equation" r:id="rId13" imgW="342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497138"/>
                        <a:ext cx="131445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421766"/>
              </p:ext>
            </p:extLst>
          </p:nvPr>
        </p:nvGraphicFramePr>
        <p:xfrm>
          <a:off x="6113463" y="2482850"/>
          <a:ext cx="131445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15" imgW="342900" imgH="203200" progId="Equation.DSMT4">
                  <p:embed/>
                </p:oleObj>
              </mc:Choice>
              <mc:Fallback>
                <p:oleObj name="Equation" r:id="rId15" imgW="342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2482850"/>
                        <a:ext cx="131445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732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Presentación en pantalla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Tema de Office</vt:lpstr>
      <vt:lpstr>Equation</vt:lpstr>
      <vt:lpstr>MathType 6.0 Equation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3</cp:revision>
  <cp:lastPrinted>2014-05-07T08:48:41Z</cp:lastPrinted>
  <dcterms:created xsi:type="dcterms:W3CDTF">2014-05-07T08:44:05Z</dcterms:created>
  <dcterms:modified xsi:type="dcterms:W3CDTF">2014-05-07T09:33:53Z</dcterms:modified>
</cp:coreProperties>
</file>