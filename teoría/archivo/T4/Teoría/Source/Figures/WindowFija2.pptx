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3" d="100"/>
          <a:sy n="33" d="100"/>
        </p:scale>
        <p:origin x="-113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BA7E-B2A3-9B4A-B983-48CA43D23A08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FB838-9B82-F94F-BDBC-DFCF24A457A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8088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BA7E-B2A3-9B4A-B983-48CA43D23A08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FB838-9B82-F94F-BDBC-DFCF24A457A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633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BA7E-B2A3-9B4A-B983-48CA43D23A08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FB838-9B82-F94F-BDBC-DFCF24A457A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6998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BA7E-B2A3-9B4A-B983-48CA43D23A08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FB838-9B82-F94F-BDBC-DFCF24A457A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070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BA7E-B2A3-9B4A-B983-48CA43D23A08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FB838-9B82-F94F-BDBC-DFCF24A457A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3279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BA7E-B2A3-9B4A-B983-48CA43D23A08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FB838-9B82-F94F-BDBC-DFCF24A457A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1245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BA7E-B2A3-9B4A-B983-48CA43D23A08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FB838-9B82-F94F-BDBC-DFCF24A457A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04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BA7E-B2A3-9B4A-B983-48CA43D23A08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FB838-9B82-F94F-BDBC-DFCF24A457A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1556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BA7E-B2A3-9B4A-B983-48CA43D23A08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FB838-9B82-F94F-BDBC-DFCF24A457A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970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BA7E-B2A3-9B4A-B983-48CA43D23A08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FB838-9B82-F94F-BDBC-DFCF24A457A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43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BA7E-B2A3-9B4A-B983-48CA43D23A08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FB838-9B82-F94F-BDBC-DFCF24A457A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3831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8BA7E-B2A3-9B4A-B983-48CA43D23A08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FB838-9B82-F94F-BDBC-DFCF24A457A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6097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Tab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10" y="4561282"/>
            <a:ext cx="8803128" cy="2183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8908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1</cp:revision>
  <dcterms:created xsi:type="dcterms:W3CDTF">2014-04-27T20:34:55Z</dcterms:created>
  <dcterms:modified xsi:type="dcterms:W3CDTF">2014-04-27T20:35:29Z</dcterms:modified>
</cp:coreProperties>
</file>