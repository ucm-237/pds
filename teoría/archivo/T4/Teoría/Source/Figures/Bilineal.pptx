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3" d="100"/>
          <a:sy n="33" d="100"/>
        </p:scale>
        <p:origin x="-113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4846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485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2191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379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60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5549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799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0445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6313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6252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0495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371D1-2ECC-3642-87DF-96D8DE339EBB}" type="datetimeFigureOut">
              <a:rPr lang="es-ES" smtClean="0"/>
              <a:t>22/04/14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CF20A-5600-6445-A939-A64B3289683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244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5679221" y="1821108"/>
            <a:ext cx="2887564" cy="3580460"/>
            <a:chOff x="3923" y="1117"/>
            <a:chExt cx="522" cy="612"/>
          </a:xfrm>
        </p:grpSpPr>
        <p:sp>
          <p:nvSpPr>
            <p:cNvPr id="7" name="Line 8"/>
            <p:cNvSpPr>
              <a:spLocks noChangeShapeType="1"/>
            </p:cNvSpPr>
            <p:nvPr/>
          </p:nvSpPr>
          <p:spPr bwMode="auto">
            <a:xfrm flipH="1">
              <a:off x="4218" y="1139"/>
              <a:ext cx="1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3923" y="1117"/>
              <a:ext cx="295" cy="6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3923" y="1412"/>
              <a:ext cx="5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0" name="Group 17"/>
          <p:cNvGrpSpPr>
            <a:grpSpLocks/>
          </p:cNvGrpSpPr>
          <p:nvPr/>
        </p:nvGrpSpPr>
        <p:grpSpPr bwMode="auto">
          <a:xfrm>
            <a:off x="525018" y="1308118"/>
            <a:ext cx="4092674" cy="4253733"/>
            <a:chOff x="4740" y="1003"/>
            <a:chExt cx="749" cy="725"/>
          </a:xfrm>
        </p:grpSpPr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4876" y="1162"/>
              <a:ext cx="477" cy="45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5126" y="1003"/>
              <a:ext cx="0" cy="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4740" y="1389"/>
              <a:ext cx="7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373729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</dc:creator>
  <cp:lastModifiedBy>Eva</cp:lastModifiedBy>
  <cp:revision>3</cp:revision>
  <dcterms:created xsi:type="dcterms:W3CDTF">2014-03-25T14:09:54Z</dcterms:created>
  <dcterms:modified xsi:type="dcterms:W3CDTF">2014-04-22T11:03:09Z</dcterms:modified>
</cp:coreProperties>
</file>