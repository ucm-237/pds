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3" d="100"/>
          <a:sy n="33" d="100"/>
        </p:scale>
        <p:origin x="-113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65C1-490A-8845-8CA9-2E6F5A0F9977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F935-428D-EA49-A628-0E390CCD952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31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65C1-490A-8845-8CA9-2E6F5A0F9977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F935-428D-EA49-A628-0E390CCD952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2822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65C1-490A-8845-8CA9-2E6F5A0F9977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F935-428D-EA49-A628-0E390CCD952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513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65C1-490A-8845-8CA9-2E6F5A0F9977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F935-428D-EA49-A628-0E390CCD952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0610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65C1-490A-8845-8CA9-2E6F5A0F9977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F935-428D-EA49-A628-0E390CCD952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002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65C1-490A-8845-8CA9-2E6F5A0F9977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F935-428D-EA49-A628-0E390CCD952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871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65C1-490A-8845-8CA9-2E6F5A0F9977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F935-428D-EA49-A628-0E390CCD952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8236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65C1-490A-8845-8CA9-2E6F5A0F9977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F935-428D-EA49-A628-0E390CCD952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930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65C1-490A-8845-8CA9-2E6F5A0F9977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F935-428D-EA49-A628-0E390CCD952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4881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65C1-490A-8845-8CA9-2E6F5A0F9977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F935-428D-EA49-A628-0E390CCD952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0840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65C1-490A-8845-8CA9-2E6F5A0F9977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6F935-428D-EA49-A628-0E390CCD952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265C1-490A-8845-8CA9-2E6F5A0F9977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6F935-428D-EA49-A628-0E390CCD952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3307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12" descr="gIBB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97" y="330155"/>
            <a:ext cx="8441726" cy="618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549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1</cp:revision>
  <dcterms:created xsi:type="dcterms:W3CDTF">2014-04-27T16:57:24Z</dcterms:created>
  <dcterms:modified xsi:type="dcterms:W3CDTF">2014-04-27T16:58:13Z</dcterms:modified>
</cp:coreProperties>
</file>